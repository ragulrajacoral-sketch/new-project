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57" r:id="rId2"/>
    <p:sldId id="258" r:id="rId3"/>
    <p:sldId id="260" r:id="rId4"/>
    <p:sldId id="261" r:id="rId5"/>
    <p:sldId id="264" r:id="rId6"/>
    <p:sldId id="275" r:id="rId7"/>
    <p:sldId id="271" r:id="rId8"/>
    <p:sldId id="272" r:id="rId9"/>
    <p:sldId id="276" r:id="rId10"/>
    <p:sldId id="277" r:id="rId11"/>
    <p:sldId id="278" r:id="rId12"/>
    <p:sldId id="279" r:id="rId13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4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 showGuides="1">
      <p:cViewPr varScale="1">
        <p:scale>
          <a:sx n="77" d="100"/>
          <a:sy n="77" d="100"/>
        </p:scale>
        <p:origin x="883" y="101"/>
      </p:cViewPr>
      <p:guideLst>
        <p:guide orient="horz" pos="2160"/>
        <p:guide pos="380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94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mm kk" userId="523726705cd9176b" providerId="LiveId" clId="{CB648761-AA10-4FA4-8112-7491DA05D3CF}"/>
    <pc:docChg chg="custSel modSld">
      <pc:chgData name="jmm kk" userId="523726705cd9176b" providerId="LiveId" clId="{CB648761-AA10-4FA4-8112-7491DA05D3CF}" dt="2026-09-24T10:57:45.594" v="67" actId="20577"/>
      <pc:docMkLst>
        <pc:docMk/>
      </pc:docMkLst>
      <pc:sldChg chg="modSp mod">
        <pc:chgData name="jmm kk" userId="523726705cd9176b" providerId="LiveId" clId="{CB648761-AA10-4FA4-8112-7491DA05D3CF}" dt="2026-09-24T10:57:45.594" v="67" actId="20577"/>
        <pc:sldMkLst>
          <pc:docMk/>
          <pc:sldMk cId="0" sldId="257"/>
        </pc:sldMkLst>
        <pc:spChg chg="mod">
          <ac:chgData name="jmm kk" userId="523726705cd9176b" providerId="LiveId" clId="{CB648761-AA10-4FA4-8112-7491DA05D3CF}" dt="2026-09-24T10:57:45.594" v="67" actId="20577"/>
          <ac:spMkLst>
            <pc:docMk/>
            <pc:sldMk cId="0" sldId="257"/>
            <ac:spMk id="10485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75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76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9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9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2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702" r:id="rId10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1877218" y="414339"/>
            <a:ext cx="8437563" cy="221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CSE(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MACHINE LEARNING) </a:t>
            </a:r>
            <a:endParaRPr lang="en-US" altLang="en-GB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alt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ADI1221</a:t>
            </a:r>
            <a:r>
              <a:rPr lang="en-US" altLang="en-GB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– </a:t>
            </a:r>
            <a:r>
              <a:rPr lang="en-US" alt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ARTIFICIAL INTELLIGENCE</a:t>
            </a:r>
            <a:endParaRPr lang="en-US" alt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altLang="en-GB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REVIEW - I</a:t>
            </a: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14781" y="7302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321572" y="3291584"/>
            <a:ext cx="983853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LOGIC GRID SOLVER GAME (EINSTEIN PUZZLE GAME)</a:t>
            </a:r>
          </a:p>
        </p:txBody>
      </p:sp>
      <p:sp>
        <p:nvSpPr>
          <p:cNvPr id="1048587" name="Date Placeholder 7"/>
          <p:cNvSpPr>
            <a:spLocks noGrp="1"/>
          </p:cNvSpPr>
          <p:nvPr>
            <p:ph type="dt" idx="10"/>
          </p:nvPr>
        </p:nvSpPr>
        <p:spPr>
          <a:xfrm>
            <a:off x="608012" y="6352317"/>
            <a:ext cx="2843213" cy="363538"/>
          </a:xfr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1048588" name="Google Shape;146;p26"/>
          <p:cNvSpPr txBox="1"/>
          <p:nvPr/>
        </p:nvSpPr>
        <p:spPr>
          <a:xfrm>
            <a:off x="64135" y="4134218"/>
            <a:ext cx="11563350" cy="22186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PRESENTED BY    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</a:t>
            </a:r>
            <a:r>
              <a:rPr lang="en-GB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RAGULRAJA 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</a:p>
          <a:p>
            <a:pPr lvl="0" algn="just">
              <a:lnSpc>
                <a:spcPct val="150000"/>
              </a:lnSpc>
              <a:buSzPts val="2400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THIRUPATHY R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             	   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Mrs.S.Jagadeeswari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, M.E.,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VIVEK T					              Assistant Professor / 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I&amp;</a:t>
            </a:r>
            <a:r>
              <a:rPr lang="en-GB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DS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831850" y="150431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1.Objective of the project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2.Abstract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3.Literature Review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4.Existing System 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5.Advantages 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6.Disadvantages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7.Proposed System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8.System Modules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9.Conclusion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3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1223719" y="1732238"/>
            <a:ext cx="9985490" cy="463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indent="0">
              <a:buNone/>
            </a:pPr>
            <a:endParaRPr lang="en-GB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US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36749-4E49-649E-4302-D0BE029EB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18" y="2897829"/>
            <a:ext cx="256802" cy="1062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0D4CF-C6A2-9879-0C15-C7D6514BD06C}"/>
              </a:ext>
            </a:extLst>
          </p:cNvPr>
          <p:cNvSpPr txBox="1"/>
          <p:nvPr/>
        </p:nvSpPr>
        <p:spPr>
          <a:xfrm>
            <a:off x="1559260" y="2139743"/>
            <a:ext cx="8827131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Logic Grid Solver Game are: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1.To develop an interactive game based on the Einstein Logic Puzzle.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2.To improve the player's logical thinking and problem-solving skills.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3.To provide clues that allow players to identify the correct relationships between different categories.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4.To make puzzle solving more engaging through a game-based interface.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5.To automatically check the player's answers and provide feedback.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6.To reduce the effort required to solve complex logic puzzles manually. </a:t>
            </a:r>
          </a:p>
          <a:p>
            <a:pPr algn="l">
              <a:lnSpc>
                <a:spcPct val="150000"/>
              </a:lnSpc>
            </a:pPr>
            <a:endParaRPr lang="en-US" sz="2000" b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FE60D-CEF3-8256-A845-415A689E7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6957" y="2059663"/>
            <a:ext cx="10779056" cy="3136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 Grid Solver Game is an interactive puzzle-solving application based on the famous Einstein Puzzle concept. Players are provided with a set of people, attributes, and clues and must determine the correct relationships between them.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logic grid where players can mark possible and impossible combinations.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given clues and eliminating incorrect possibilities, the player gradually reaches the final solution.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game helps improve logical reasoning, concentration, analytical thinking, and problem-solving abilities while providing an entertaining learning experience.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BA1C06-5FCB-034E-0629-655C7E6063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15988" y="1631755"/>
            <a:ext cx="10664825" cy="341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grid puzzles are widely used to develop deductive reasoning and analytical skills.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Einstein Puzzle is a well-known example of a constraint-based logic puzzle.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logic puzzles are generally solved using paper, pencil, and manual elimination.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puzzle games provide interactive interfaces and can automatically validate solutions.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Game-based learning can make problem-solving activities more engaging and accessible.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puzzle applications demonstrate the usefulness of hints, automated checking, and interactive grids.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2C3F-9D22-CC27-43C8-7E1908632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7013"/>
            <a:ext cx="10971213" cy="1141412"/>
          </a:xfrm>
        </p:spPr>
        <p:txBody>
          <a:bodyPr/>
          <a:lstStyle/>
          <a:p>
            <a:r>
              <a:rPr lang="en-GB" b="1" dirty="0"/>
              <a:t>                       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F3D5B-D82D-62C6-1285-2C2003502B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6" name="Google Shape;203;p32">
            <a:extLst>
              <a:ext uri="{FF2B5EF4-FFF2-40B4-BE49-F238E27FC236}">
                <a16:creationId xmlns:a16="http://schemas.microsoft.com/office/drawing/2014/main" id="{7597B361-1A05-0BDC-80E7-0366368DD9D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04;p32" descr="KRCE Tiruchirappalli : Admission 2024, Courses, Fees, Placement, Cut Off">
            <a:extLst>
              <a:ext uri="{FF2B5EF4-FFF2-40B4-BE49-F238E27FC236}">
                <a16:creationId xmlns:a16="http://schemas.microsoft.com/office/drawing/2014/main" id="{AD87039D-B9DA-2852-19DE-1EF0C51DF63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2" y="333374"/>
            <a:ext cx="1303338" cy="103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4D55AB0-7D6C-318A-14D0-D746D34B8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599" y="1374886"/>
            <a:ext cx="11748761" cy="38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existing/traditional system mainly involves solving logic puzzles manually using paper or a static puzzle interface.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understand.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complex technology.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solved without an internet connection.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 logical and analytical thinking.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can freely work through clues at their own pace.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Paper-based solving allows users to make their own notes and deductions.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53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US" sz="32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E</a:t>
            </a:r>
            <a:r>
              <a:rPr lang="en-IN" sz="32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XISTING SYSTEM</a:t>
            </a:r>
            <a:endParaRPr lang="en-IN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2" name="Google Shape;250;p37"/>
          <p:cNvSpPr txBox="1">
            <a:spLocks noGrp="1"/>
          </p:cNvSpPr>
          <p:nvPr>
            <p:ph type="body" idx="1"/>
          </p:nvPr>
        </p:nvSpPr>
        <p:spPr>
          <a:xfrm>
            <a:off x="423982" y="1330325"/>
            <a:ext cx="10971300" cy="5732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GB" alt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US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2A4B65-1E9E-3E5B-4D88-2B0ED64744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6718" y="1239441"/>
            <a:ext cx="1139528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1.Manual solving can be time-consuming.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2.Difficult puzzles may be challenging for beginners.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3.Mistakes can be difficult to identify.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4.No automatic answer verification.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5.Limited or no interactive guidance.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6.Players may need to restart the puzzle after making mistakes.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7.Paper-based puzzles require manual tracking of possibilities.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8.No automatic scoring or game-based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IN" sz="3200" b="1" dirty="0"/>
              <a:t>PROPOSED SYSTEM</a:t>
            </a:r>
            <a:endParaRPr lang="en-IN"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0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8" name="Google Shape;250;p37"/>
          <p:cNvSpPr txBox="1">
            <a:spLocks noGrp="1"/>
          </p:cNvSpPr>
          <p:nvPr>
            <p:ph type="body" idx="1"/>
          </p:nvPr>
        </p:nvSpPr>
        <p:spPr>
          <a:xfrm>
            <a:off x="725558" y="2524539"/>
            <a:ext cx="10855342" cy="3053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Grid Solver Game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the traditional Einstein Puzzle into an interactive digital game.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logic grid.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categories and clues.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possible/impossible relationships.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validation of answers.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calculation.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 system.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 completion notification.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levels of difficulty can be provided.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3200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2309-2155-041C-719B-0A83FFBF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0" y="258416"/>
            <a:ext cx="6589645" cy="1021107"/>
          </a:xfrm>
        </p:spPr>
        <p:txBody>
          <a:bodyPr/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594DA-DB07-FDF2-1FE2-DE0E2265B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0787" y="1166812"/>
            <a:ext cx="10971213" cy="4524375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Interface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puzzle and logic grid.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buttons and controls for player interaction.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clues, categories, and game status.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Puzzle Generation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or loads Einstein-style puzzles.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people, houses/items, attributes, and clues.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different puzzle configurations.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Logic Grid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relationships between different categories.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players to mark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Yes/No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possibilities.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grid based on player selections. </a:t>
            </a: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D8F5-D65D-354C-1F19-EFA8E22E0D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C94A5B96-3447-A490-3E0C-DC725479F82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3737" y="18397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E1DF5706-0F2E-6266-DA15-7FEC5031F9F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773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57FC-FD50-1C08-46C5-B09BA4F6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91" y="227013"/>
            <a:ext cx="10795622" cy="707265"/>
          </a:xfrm>
        </p:spPr>
        <p:txBody>
          <a:bodyPr/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8844D-A54D-53CB-C602-D2DBC371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0787" y="1347614"/>
            <a:ext cx="10971213" cy="4524375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Clue Management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clues required to solve the puzzle.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players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 entities.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the clues available throughout the game.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Solution Validation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player's selections with the correct solution.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incorrect combinations.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the puzzle has been completely solved.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Hint System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optional hints when the player is stuck.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useful clues or possible relationships.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game easier for beginners.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4B42D-4FBE-3260-490A-C5BDBC7E65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97F183A7-9E22-59F1-BC39-C6B08C9A4E3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3737" y="18397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59D1DEF1-2A1A-8457-4EE4-C54F2203FEA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523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0E7A07-99A2-70CA-E0DA-B76B1A61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39" y="247650"/>
            <a:ext cx="10661374" cy="647630"/>
          </a:xfrm>
        </p:spPr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460D6-F099-2191-87CC-A144C789B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4277" y="1600200"/>
            <a:ext cx="10177671" cy="4524375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 Grid Solver Game provides an interactive and engaging way to solve Einstein-style logic puzzles. It transforms traditional manual puzzle solving into a digital game with features such as interactive grids, clues, hints, automatic validation, and scoring.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encourages players to develop logical reasoning, analytical thinking, concentration, and problem-solving skills while making the learning process more enjoyable.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2EE77-C6CE-8746-13E6-1CCEAD1E1E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8" name="Google Shape;248;p37">
            <a:extLst>
              <a:ext uri="{FF2B5EF4-FFF2-40B4-BE49-F238E27FC236}">
                <a16:creationId xmlns:a16="http://schemas.microsoft.com/office/drawing/2014/main" id="{F32407E6-A10C-8F80-D43B-3BC39CBE264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3737" y="18397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176E3C20-C7EF-D1DB-D8E4-A502751491E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618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D7044-5F99-3DD3-8EBA-F312F893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A06D57-80A3-62F5-A537-73505E435C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3D356-84AA-8891-4221-5095E471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05678" y="248477"/>
            <a:ext cx="1375224" cy="1252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DF3B2A-7853-FACC-F18C-780C8316A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412357" y="0"/>
            <a:ext cx="1863128" cy="181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278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868</Words>
  <Application>Microsoft Office PowerPoint</Application>
  <PresentationFormat>Widescreen</PresentationFormat>
  <Paragraphs>133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1_Office Theme</vt:lpstr>
      <vt:lpstr>PowerPoint Presentation</vt:lpstr>
      <vt:lpstr>PRESENTATION OVERVIEW</vt:lpstr>
      <vt:lpstr>OBJECTIVE</vt:lpstr>
      <vt:lpstr>ABSTRACT</vt:lpstr>
      <vt:lpstr>LITERATURE REVIEW</vt:lpstr>
      <vt:lpstr>                             EXISTING SYSTEM </vt:lpstr>
      <vt:lpstr>EXISTING SYSTEM</vt:lpstr>
      <vt:lpstr>PROPOSED SYSTEM</vt:lpstr>
      <vt:lpstr>MODULES </vt:lpstr>
      <vt:lpstr>                                     MODULES</vt:lpstr>
      <vt:lpstr>CONCLUSION</vt:lpstr>
      <vt:lpstr>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jmm kk</cp:lastModifiedBy>
  <cp:revision>26</cp:revision>
  <dcterms:created xsi:type="dcterms:W3CDTF">2025-06-04T17:03:00Z</dcterms:created>
  <dcterms:modified xsi:type="dcterms:W3CDTF">2026-09-24T11:02:10Z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E221D649D8A047FB9CE9B13543091BA5_13</vt:lpwstr>
  </property>
  <property fmtid="{D5CDD505-2E9C-101B-9397-08002B2CF9AE}" pid="3" name="KSOProductBuildVer">
    <vt:lpwstr>1033-12.2.0.21546</vt:lpwstr>
  </property>
</Properties>
</file>